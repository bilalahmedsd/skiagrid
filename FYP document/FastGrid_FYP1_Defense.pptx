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257" r:id="rId3"/>
    <p:sldId id="260" r:id="rId4"/>
    <p:sldId id="267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6308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8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E549A9-3BF9-44AA-A19D-DA2CC1C78AEE}" type="doc">
      <dgm:prSet loTypeId="urn:microsoft.com/office/officeart/2005/8/layout/lProcess3" loCatId="process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DD623C2F-FD1B-4EA6-A0FE-17E00D3D7691}">
      <dgm:prSet phldrT="[Text]" custT="1"/>
      <dgm:spPr/>
      <dgm:t>
        <a:bodyPr/>
        <a:lstStyle/>
        <a:p>
          <a:r>
            <a:rPr lang="en-US" sz="18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Fast Grid</a:t>
          </a:r>
          <a:r>
            <a:rPr lang="en-US" sz="20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 Control</a:t>
          </a:r>
        </a:p>
      </dgm:t>
    </dgm:pt>
    <dgm:pt modelId="{D9AC52CC-9F59-4620-8536-C26C7F125CCB}" type="parTrans" cxnId="{9EA32EB3-11C5-43DE-B97E-17118C90A1A2}">
      <dgm:prSet/>
      <dgm:spPr/>
      <dgm:t>
        <a:bodyPr/>
        <a:lstStyle/>
        <a:p>
          <a:endParaRPr lang="en-US"/>
        </a:p>
      </dgm:t>
    </dgm:pt>
    <dgm:pt modelId="{5CDE47FF-3CE8-4019-8623-7D32C1DC59A6}" type="sibTrans" cxnId="{9EA32EB3-11C5-43DE-B97E-17118C90A1A2}">
      <dgm:prSet/>
      <dgm:spPr/>
      <dgm:t>
        <a:bodyPr/>
        <a:lstStyle/>
        <a:p>
          <a:endParaRPr lang="en-US"/>
        </a:p>
      </dgm:t>
    </dgm:pt>
    <dgm:pt modelId="{90684860-C971-49EA-8C3A-D7654ED0C64E}">
      <dgm:prSet phldrT="[Text]"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en-US" b="1" dirty="0"/>
            <a:t>Managers</a:t>
          </a:r>
          <a:endParaRPr lang="en-US" dirty="0"/>
        </a:p>
      </dgm:t>
    </dgm:pt>
    <dgm:pt modelId="{46AB1F4C-87F5-4B25-9F42-4A6249B4CD55}" type="parTrans" cxnId="{5168AC27-2776-421A-B25E-9BFE4DF89669}">
      <dgm:prSet/>
      <dgm:spPr/>
      <dgm:t>
        <a:bodyPr/>
        <a:lstStyle/>
        <a:p>
          <a:endParaRPr lang="en-US"/>
        </a:p>
      </dgm:t>
    </dgm:pt>
    <dgm:pt modelId="{B24F8822-8173-4155-A87E-09E31F21BCFD}" type="sibTrans" cxnId="{5168AC27-2776-421A-B25E-9BFE4DF89669}">
      <dgm:prSet/>
      <dgm:spPr/>
      <dgm:t>
        <a:bodyPr/>
        <a:lstStyle/>
        <a:p>
          <a:endParaRPr lang="en-US"/>
        </a:p>
      </dgm:t>
    </dgm:pt>
    <dgm:pt modelId="{F2094737-D2A3-405D-93CE-D624FC487663}">
      <dgm:prSet phldrT="[Text]"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en-US" b="1" dirty="0"/>
            <a:t>Renderer</a:t>
          </a:r>
          <a:endParaRPr lang="en-US" dirty="0"/>
        </a:p>
      </dgm:t>
    </dgm:pt>
    <dgm:pt modelId="{8D83DEDE-EF9B-46E7-A6C7-990F015C2C0B}" type="parTrans" cxnId="{F1E1CA31-C509-4DAE-A93B-BA3E9C227DA3}">
      <dgm:prSet/>
      <dgm:spPr/>
      <dgm:t>
        <a:bodyPr/>
        <a:lstStyle/>
        <a:p>
          <a:endParaRPr lang="en-US"/>
        </a:p>
      </dgm:t>
    </dgm:pt>
    <dgm:pt modelId="{6C08038E-7BCE-49A1-B4BE-919A0446A663}" type="sibTrans" cxnId="{F1E1CA31-C509-4DAE-A93B-BA3E9C227DA3}">
      <dgm:prSet/>
      <dgm:spPr/>
      <dgm:t>
        <a:bodyPr/>
        <a:lstStyle/>
        <a:p>
          <a:endParaRPr lang="en-US"/>
        </a:p>
      </dgm:t>
    </dgm:pt>
    <dgm:pt modelId="{65A628AE-86BB-414B-B350-C00B8C81D4E7}">
      <dgm:prSet phldrT="[Text]" custT="1"/>
      <dgm:spPr/>
      <dgm:t>
        <a:bodyPr/>
        <a:lstStyle/>
        <a:p>
          <a:r>
            <a: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Data / View</a:t>
          </a:r>
          <a:endParaRPr lang="en-US" sz="1800" dirty="0">
            <a:solidFill>
              <a:schemeClr val="tx1">
                <a:lumMod val="95000"/>
                <a:lumOff val="5000"/>
              </a:schemeClr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CCCDEBC-4E15-4416-923E-0CFFA66697A3}" type="parTrans" cxnId="{7DC8082C-68C2-4B74-A849-9C883591D1B6}">
      <dgm:prSet/>
      <dgm:spPr/>
      <dgm:t>
        <a:bodyPr/>
        <a:lstStyle/>
        <a:p>
          <a:endParaRPr lang="en-US"/>
        </a:p>
      </dgm:t>
    </dgm:pt>
    <dgm:pt modelId="{29329852-BA80-4E1B-90F5-F1F41DB1001D}" type="sibTrans" cxnId="{7DC8082C-68C2-4B74-A849-9C883591D1B6}">
      <dgm:prSet/>
      <dgm:spPr/>
      <dgm:t>
        <a:bodyPr/>
        <a:lstStyle/>
        <a:p>
          <a:endParaRPr lang="en-US"/>
        </a:p>
      </dgm:t>
    </dgm:pt>
    <dgm:pt modelId="{6A6CDB18-3C66-4C03-9CE2-29A8885A3739}">
      <dgm:prSet phldrT="[Text]"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en-US" b="1" dirty="0"/>
            <a:t>Automation</a:t>
          </a:r>
          <a:endParaRPr lang="en-US" dirty="0"/>
        </a:p>
      </dgm:t>
    </dgm:pt>
    <dgm:pt modelId="{99FDF3A6-3D67-471C-95CB-0F98254F16F3}" type="parTrans" cxnId="{D6F537FB-A3FF-4D8B-B6FD-55D6C4DCEE33}">
      <dgm:prSet/>
      <dgm:spPr/>
      <dgm:t>
        <a:bodyPr/>
        <a:lstStyle/>
        <a:p>
          <a:endParaRPr lang="en-US"/>
        </a:p>
      </dgm:t>
    </dgm:pt>
    <dgm:pt modelId="{4A933668-AA7B-4484-A370-649B8C2B4014}" type="sibTrans" cxnId="{D6F537FB-A3FF-4D8B-B6FD-55D6C4DCEE33}">
      <dgm:prSet/>
      <dgm:spPr/>
      <dgm:t>
        <a:bodyPr/>
        <a:lstStyle/>
        <a:p>
          <a:endParaRPr lang="en-US"/>
        </a:p>
      </dgm:t>
    </dgm:pt>
    <dgm:pt modelId="{A549C26F-18CD-43FB-AEA6-3E34E3306548}">
      <dgm:prSet phldrT="[Text]"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en-US" b="1" dirty="0"/>
            <a:t>SK Canvas</a:t>
          </a:r>
          <a:endParaRPr lang="en-US" dirty="0"/>
        </a:p>
      </dgm:t>
    </dgm:pt>
    <dgm:pt modelId="{922ACF36-1404-4E03-9502-0972A723AEF6}" type="parTrans" cxnId="{472B6A46-F8B6-467A-A058-D8F4844C3062}">
      <dgm:prSet/>
      <dgm:spPr/>
      <dgm:t>
        <a:bodyPr/>
        <a:lstStyle/>
        <a:p>
          <a:endParaRPr lang="en-US"/>
        </a:p>
      </dgm:t>
    </dgm:pt>
    <dgm:pt modelId="{44F2AF51-B01B-4AA9-930F-443CDC637370}" type="sibTrans" cxnId="{472B6A46-F8B6-467A-A058-D8F4844C3062}">
      <dgm:prSet/>
      <dgm:spPr/>
      <dgm:t>
        <a:bodyPr/>
        <a:lstStyle/>
        <a:p>
          <a:endParaRPr lang="en-US"/>
        </a:p>
      </dgm:t>
    </dgm:pt>
    <dgm:pt modelId="{76743056-70BB-4D61-8C41-D7270C092088}" type="pres">
      <dgm:prSet presAssocID="{E5E549A9-3BF9-44AA-A19D-DA2CC1C78AE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CD45701-6BA2-423D-930A-3F7536340119}" type="pres">
      <dgm:prSet presAssocID="{DD623C2F-FD1B-4EA6-A0FE-17E00D3D7691}" presName="horFlow" presStyleCnt="0"/>
      <dgm:spPr/>
    </dgm:pt>
    <dgm:pt modelId="{85F535F2-FCF8-42D7-8390-CF9DAA45A9AD}" type="pres">
      <dgm:prSet presAssocID="{DD623C2F-FD1B-4EA6-A0FE-17E00D3D7691}" presName="bigChev" presStyleLbl="node1" presStyleIdx="0" presStyleCnt="2"/>
      <dgm:spPr/>
    </dgm:pt>
    <dgm:pt modelId="{C75ADDA6-DB54-4BB2-8F29-44A620BA6426}" type="pres">
      <dgm:prSet presAssocID="{46AB1F4C-87F5-4B25-9F42-4A6249B4CD55}" presName="parTrans" presStyleCnt="0"/>
      <dgm:spPr/>
    </dgm:pt>
    <dgm:pt modelId="{0F9BB1D7-C237-43E0-8998-09CFC850ED49}" type="pres">
      <dgm:prSet presAssocID="{90684860-C971-49EA-8C3A-D7654ED0C64E}" presName="node" presStyleLbl="alignAccFollowNode1" presStyleIdx="0" presStyleCnt="4">
        <dgm:presLayoutVars>
          <dgm:bulletEnabled val="1"/>
        </dgm:presLayoutVars>
      </dgm:prSet>
      <dgm:spPr/>
    </dgm:pt>
    <dgm:pt modelId="{289B0510-7D50-4477-A3A7-8CE54C110CE9}" type="pres">
      <dgm:prSet presAssocID="{B24F8822-8173-4155-A87E-09E31F21BCFD}" presName="sibTrans" presStyleCnt="0"/>
      <dgm:spPr/>
    </dgm:pt>
    <dgm:pt modelId="{D8AACD6D-117C-431A-9943-4620A932F0D8}" type="pres">
      <dgm:prSet presAssocID="{F2094737-D2A3-405D-93CE-D624FC487663}" presName="node" presStyleLbl="alignAccFollowNode1" presStyleIdx="1" presStyleCnt="4">
        <dgm:presLayoutVars>
          <dgm:bulletEnabled val="1"/>
        </dgm:presLayoutVars>
      </dgm:prSet>
      <dgm:spPr/>
    </dgm:pt>
    <dgm:pt modelId="{2A55FE45-CE36-44D3-A96F-600B5477730C}" type="pres">
      <dgm:prSet presAssocID="{DD623C2F-FD1B-4EA6-A0FE-17E00D3D7691}" presName="vSp" presStyleCnt="0"/>
      <dgm:spPr/>
    </dgm:pt>
    <dgm:pt modelId="{E852B9AE-B9FD-4834-A2C4-A54D4B2293AE}" type="pres">
      <dgm:prSet presAssocID="{65A628AE-86BB-414B-B350-C00B8C81D4E7}" presName="horFlow" presStyleCnt="0"/>
      <dgm:spPr/>
    </dgm:pt>
    <dgm:pt modelId="{362CC44A-2041-41C0-A2C3-734FE05F982B}" type="pres">
      <dgm:prSet presAssocID="{65A628AE-86BB-414B-B350-C00B8C81D4E7}" presName="bigChev" presStyleLbl="node1" presStyleIdx="1" presStyleCnt="2"/>
      <dgm:spPr/>
    </dgm:pt>
    <dgm:pt modelId="{33AD4323-613C-4E2F-813F-167763D18770}" type="pres">
      <dgm:prSet presAssocID="{99FDF3A6-3D67-471C-95CB-0F98254F16F3}" presName="parTrans" presStyleCnt="0"/>
      <dgm:spPr/>
    </dgm:pt>
    <dgm:pt modelId="{EAB5201D-0C1A-4AD5-83DA-AA814D4D71F2}" type="pres">
      <dgm:prSet presAssocID="{6A6CDB18-3C66-4C03-9CE2-29A8885A3739}" presName="node" presStyleLbl="alignAccFollowNode1" presStyleIdx="2" presStyleCnt="4">
        <dgm:presLayoutVars>
          <dgm:bulletEnabled val="1"/>
        </dgm:presLayoutVars>
      </dgm:prSet>
      <dgm:spPr/>
    </dgm:pt>
    <dgm:pt modelId="{62AEE8A3-D373-46FC-85D1-37DB9FA8807B}" type="pres">
      <dgm:prSet presAssocID="{4A933668-AA7B-4484-A370-649B8C2B4014}" presName="sibTrans" presStyleCnt="0"/>
      <dgm:spPr/>
    </dgm:pt>
    <dgm:pt modelId="{EF0150B7-65DD-47D2-AC27-1259FCD9AF4C}" type="pres">
      <dgm:prSet presAssocID="{A549C26F-18CD-43FB-AEA6-3E34E3306548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FCE91205-D9D4-48DC-BE54-ED572E1F9A98}" type="presOf" srcId="{6A6CDB18-3C66-4C03-9CE2-29A8885A3739}" destId="{EAB5201D-0C1A-4AD5-83DA-AA814D4D71F2}" srcOrd="0" destOrd="0" presId="urn:microsoft.com/office/officeart/2005/8/layout/lProcess3"/>
    <dgm:cxn modelId="{5168AC27-2776-421A-B25E-9BFE4DF89669}" srcId="{DD623C2F-FD1B-4EA6-A0FE-17E00D3D7691}" destId="{90684860-C971-49EA-8C3A-D7654ED0C64E}" srcOrd="0" destOrd="0" parTransId="{46AB1F4C-87F5-4B25-9F42-4A6249B4CD55}" sibTransId="{B24F8822-8173-4155-A87E-09E31F21BCFD}"/>
    <dgm:cxn modelId="{7DC8082C-68C2-4B74-A849-9C883591D1B6}" srcId="{E5E549A9-3BF9-44AA-A19D-DA2CC1C78AEE}" destId="{65A628AE-86BB-414B-B350-C00B8C81D4E7}" srcOrd="1" destOrd="0" parTransId="{ECCCDEBC-4E15-4416-923E-0CFFA66697A3}" sibTransId="{29329852-BA80-4E1B-90F5-F1F41DB1001D}"/>
    <dgm:cxn modelId="{F1E1CA31-C509-4DAE-A93B-BA3E9C227DA3}" srcId="{DD623C2F-FD1B-4EA6-A0FE-17E00D3D7691}" destId="{F2094737-D2A3-405D-93CE-D624FC487663}" srcOrd="1" destOrd="0" parTransId="{8D83DEDE-EF9B-46E7-A6C7-990F015C2C0B}" sibTransId="{6C08038E-7BCE-49A1-B4BE-919A0446A663}"/>
    <dgm:cxn modelId="{6FE32965-704A-4889-BB4E-DEFCF190ACC4}" type="presOf" srcId="{F2094737-D2A3-405D-93CE-D624FC487663}" destId="{D8AACD6D-117C-431A-9943-4620A932F0D8}" srcOrd="0" destOrd="0" presId="urn:microsoft.com/office/officeart/2005/8/layout/lProcess3"/>
    <dgm:cxn modelId="{472B6A46-F8B6-467A-A058-D8F4844C3062}" srcId="{65A628AE-86BB-414B-B350-C00B8C81D4E7}" destId="{A549C26F-18CD-43FB-AEA6-3E34E3306548}" srcOrd="1" destOrd="0" parTransId="{922ACF36-1404-4E03-9502-0972A723AEF6}" sibTransId="{44F2AF51-B01B-4AA9-930F-443CDC637370}"/>
    <dgm:cxn modelId="{B29D45AF-4885-40D0-B567-07F37B33A8E3}" type="presOf" srcId="{90684860-C971-49EA-8C3A-D7654ED0C64E}" destId="{0F9BB1D7-C237-43E0-8998-09CFC850ED49}" srcOrd="0" destOrd="0" presId="urn:microsoft.com/office/officeart/2005/8/layout/lProcess3"/>
    <dgm:cxn modelId="{9EA32EB3-11C5-43DE-B97E-17118C90A1A2}" srcId="{E5E549A9-3BF9-44AA-A19D-DA2CC1C78AEE}" destId="{DD623C2F-FD1B-4EA6-A0FE-17E00D3D7691}" srcOrd="0" destOrd="0" parTransId="{D9AC52CC-9F59-4620-8536-C26C7F125CCB}" sibTransId="{5CDE47FF-3CE8-4019-8623-7D32C1DC59A6}"/>
    <dgm:cxn modelId="{1147F3CF-3E5A-44AF-8633-C13840BAAFAA}" type="presOf" srcId="{DD623C2F-FD1B-4EA6-A0FE-17E00D3D7691}" destId="{85F535F2-FCF8-42D7-8390-CF9DAA45A9AD}" srcOrd="0" destOrd="0" presId="urn:microsoft.com/office/officeart/2005/8/layout/lProcess3"/>
    <dgm:cxn modelId="{518D7DE6-2CD9-401A-B4B7-071400D36B91}" type="presOf" srcId="{A549C26F-18CD-43FB-AEA6-3E34E3306548}" destId="{EF0150B7-65DD-47D2-AC27-1259FCD9AF4C}" srcOrd="0" destOrd="0" presId="urn:microsoft.com/office/officeart/2005/8/layout/lProcess3"/>
    <dgm:cxn modelId="{98E544EF-3899-41C8-96F4-BD02E64BE23C}" type="presOf" srcId="{E5E549A9-3BF9-44AA-A19D-DA2CC1C78AEE}" destId="{76743056-70BB-4D61-8C41-D7270C092088}" srcOrd="0" destOrd="0" presId="urn:microsoft.com/office/officeart/2005/8/layout/lProcess3"/>
    <dgm:cxn modelId="{2C1920F8-1A73-4054-A8C1-4D4C27EB87AB}" type="presOf" srcId="{65A628AE-86BB-414B-B350-C00B8C81D4E7}" destId="{362CC44A-2041-41C0-A2C3-734FE05F982B}" srcOrd="0" destOrd="0" presId="urn:microsoft.com/office/officeart/2005/8/layout/lProcess3"/>
    <dgm:cxn modelId="{D6F537FB-A3FF-4D8B-B6FD-55D6C4DCEE33}" srcId="{65A628AE-86BB-414B-B350-C00B8C81D4E7}" destId="{6A6CDB18-3C66-4C03-9CE2-29A8885A3739}" srcOrd="0" destOrd="0" parTransId="{99FDF3A6-3D67-471C-95CB-0F98254F16F3}" sibTransId="{4A933668-AA7B-4484-A370-649B8C2B4014}"/>
    <dgm:cxn modelId="{4E85791F-CA24-4122-8E43-0B47190BC958}" type="presParOf" srcId="{76743056-70BB-4D61-8C41-D7270C092088}" destId="{DCD45701-6BA2-423D-930A-3F7536340119}" srcOrd="0" destOrd="0" presId="urn:microsoft.com/office/officeart/2005/8/layout/lProcess3"/>
    <dgm:cxn modelId="{E2ACB0FF-C35A-40B5-9317-2B74F32E3386}" type="presParOf" srcId="{DCD45701-6BA2-423D-930A-3F7536340119}" destId="{85F535F2-FCF8-42D7-8390-CF9DAA45A9AD}" srcOrd="0" destOrd="0" presId="urn:microsoft.com/office/officeart/2005/8/layout/lProcess3"/>
    <dgm:cxn modelId="{80A871BA-9305-4DEC-9994-6098EF26147A}" type="presParOf" srcId="{DCD45701-6BA2-423D-930A-3F7536340119}" destId="{C75ADDA6-DB54-4BB2-8F29-44A620BA6426}" srcOrd="1" destOrd="0" presId="urn:microsoft.com/office/officeart/2005/8/layout/lProcess3"/>
    <dgm:cxn modelId="{3ED6C22D-4D46-444A-AC19-F4D18071617F}" type="presParOf" srcId="{DCD45701-6BA2-423D-930A-3F7536340119}" destId="{0F9BB1D7-C237-43E0-8998-09CFC850ED49}" srcOrd="2" destOrd="0" presId="urn:microsoft.com/office/officeart/2005/8/layout/lProcess3"/>
    <dgm:cxn modelId="{92DE0E11-6555-4AEE-B4A2-86D48C0E5604}" type="presParOf" srcId="{DCD45701-6BA2-423D-930A-3F7536340119}" destId="{289B0510-7D50-4477-A3A7-8CE54C110CE9}" srcOrd="3" destOrd="0" presId="urn:microsoft.com/office/officeart/2005/8/layout/lProcess3"/>
    <dgm:cxn modelId="{EA322096-AD37-4898-B5DC-DE8EEB9B2BFE}" type="presParOf" srcId="{DCD45701-6BA2-423D-930A-3F7536340119}" destId="{D8AACD6D-117C-431A-9943-4620A932F0D8}" srcOrd="4" destOrd="0" presId="urn:microsoft.com/office/officeart/2005/8/layout/lProcess3"/>
    <dgm:cxn modelId="{60280874-F62D-497A-AB4B-8B4F77F0B880}" type="presParOf" srcId="{76743056-70BB-4D61-8C41-D7270C092088}" destId="{2A55FE45-CE36-44D3-A96F-600B5477730C}" srcOrd="1" destOrd="0" presId="urn:microsoft.com/office/officeart/2005/8/layout/lProcess3"/>
    <dgm:cxn modelId="{A7CD9E91-53F8-455E-BB03-BB95BE7CFC3A}" type="presParOf" srcId="{76743056-70BB-4D61-8C41-D7270C092088}" destId="{E852B9AE-B9FD-4834-A2C4-A54D4B2293AE}" srcOrd="2" destOrd="0" presId="urn:microsoft.com/office/officeart/2005/8/layout/lProcess3"/>
    <dgm:cxn modelId="{EB5ED592-9BF3-4A1E-8C24-F2EBCE35D5D2}" type="presParOf" srcId="{E852B9AE-B9FD-4834-A2C4-A54D4B2293AE}" destId="{362CC44A-2041-41C0-A2C3-734FE05F982B}" srcOrd="0" destOrd="0" presId="urn:microsoft.com/office/officeart/2005/8/layout/lProcess3"/>
    <dgm:cxn modelId="{DEE46845-2CB0-40EC-B48F-2E2B034B083B}" type="presParOf" srcId="{E852B9AE-B9FD-4834-A2C4-A54D4B2293AE}" destId="{33AD4323-613C-4E2F-813F-167763D18770}" srcOrd="1" destOrd="0" presId="urn:microsoft.com/office/officeart/2005/8/layout/lProcess3"/>
    <dgm:cxn modelId="{7FEE1401-882C-4DDE-A2F4-85C707352AA1}" type="presParOf" srcId="{E852B9AE-B9FD-4834-A2C4-A54D4B2293AE}" destId="{EAB5201D-0C1A-4AD5-83DA-AA814D4D71F2}" srcOrd="2" destOrd="0" presId="urn:microsoft.com/office/officeart/2005/8/layout/lProcess3"/>
    <dgm:cxn modelId="{7BA284C9-ADB1-41DC-850C-291F88D30DF0}" type="presParOf" srcId="{E852B9AE-B9FD-4834-A2C4-A54D4B2293AE}" destId="{62AEE8A3-D373-46FC-85D1-37DB9FA8807B}" srcOrd="3" destOrd="0" presId="urn:microsoft.com/office/officeart/2005/8/layout/lProcess3"/>
    <dgm:cxn modelId="{1E9862A7-93A0-4503-9D68-C7DA55932D36}" type="presParOf" srcId="{E852B9AE-B9FD-4834-A2C4-A54D4B2293AE}" destId="{EF0150B7-65DD-47D2-AC27-1259FCD9AF4C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8B8303-7D25-4249-BFAD-E4B37E905BB7}" type="doc">
      <dgm:prSet loTypeId="urn:microsoft.com/office/officeart/2005/8/layout/cycle5" loCatId="cycle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C4D06522-CAF7-41A5-A2CF-6FC3707386F9}">
      <dgm:prSet phldrT="[Text]"/>
      <dgm:spPr>
        <a:solidFill>
          <a:srgbClr val="92D050"/>
        </a:solidFill>
      </dgm:spPr>
      <dgm:t>
        <a:bodyPr/>
        <a:lstStyle/>
        <a:p>
          <a:r>
            <a:rPr lang="en-US" b="1" dirty="0">
              <a:solidFill>
                <a:schemeClr val="tx1">
                  <a:lumMod val="95000"/>
                  <a:lumOff val="5000"/>
                </a:schemeClr>
              </a:solidFill>
            </a:rPr>
            <a:t>Git Repo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7A228F13-A0F1-4512-9010-9CDC5F21CEB6}" type="parTrans" cxnId="{56CD5A01-DB35-417C-A1B8-B5756B55FA06}">
      <dgm:prSet/>
      <dgm:spPr/>
      <dgm:t>
        <a:bodyPr/>
        <a:lstStyle/>
        <a:p>
          <a:endParaRPr lang="en-US"/>
        </a:p>
      </dgm:t>
    </dgm:pt>
    <dgm:pt modelId="{859A4BF2-EA85-4FBB-8D20-8203B9A64CCD}" type="sibTrans" cxnId="{56CD5A01-DB35-417C-A1B8-B5756B55FA06}">
      <dgm:prSet/>
      <dgm:spPr/>
      <dgm:t>
        <a:bodyPr/>
        <a:lstStyle/>
        <a:p>
          <a:endParaRPr lang="en-US"/>
        </a:p>
      </dgm:t>
    </dgm:pt>
    <dgm:pt modelId="{D2E9B1D9-BC44-432D-81D1-4549D1F1C324}">
      <dgm:prSet phldrT="[Text]"/>
      <dgm:spPr>
        <a:solidFill>
          <a:srgbClr val="F86308"/>
        </a:solidFill>
      </dgm:spPr>
      <dgm:t>
        <a:bodyPr/>
        <a:lstStyle/>
        <a:p>
          <a:r>
            <a:rPr lang="en-US" b="1" dirty="0">
              <a:solidFill>
                <a:schemeClr val="tx1">
                  <a:lumMod val="95000"/>
                  <a:lumOff val="5000"/>
                </a:schemeClr>
              </a:solidFill>
            </a:rPr>
            <a:t>CI/CD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94219B3D-0299-490D-812C-67ED97556A3C}" type="parTrans" cxnId="{9F09F3B7-1ADE-4366-B8BE-FDB09CBBF3C7}">
      <dgm:prSet/>
      <dgm:spPr/>
      <dgm:t>
        <a:bodyPr/>
        <a:lstStyle/>
        <a:p>
          <a:endParaRPr lang="en-US"/>
        </a:p>
      </dgm:t>
    </dgm:pt>
    <dgm:pt modelId="{8C439AAA-6596-4F2F-B15C-C7C2940CDB91}" type="sibTrans" cxnId="{9F09F3B7-1ADE-4366-B8BE-FDB09CBBF3C7}">
      <dgm:prSet/>
      <dgm:spPr/>
      <dgm:t>
        <a:bodyPr/>
        <a:lstStyle/>
        <a:p>
          <a:endParaRPr lang="en-US"/>
        </a:p>
      </dgm:t>
    </dgm:pt>
    <dgm:pt modelId="{2F9BA2A1-4236-483B-A552-4266A078C40A}">
      <dgm:prSet phldrT="[Text]"/>
      <dgm:spPr>
        <a:solidFill>
          <a:srgbClr val="FFC000"/>
        </a:solidFill>
      </dgm:spPr>
      <dgm:t>
        <a:bodyPr/>
        <a:lstStyle/>
        <a:p>
          <a:r>
            <a:rPr lang="en-US" b="1" dirty="0">
              <a:solidFill>
                <a:schemeClr val="tx1">
                  <a:lumMod val="95000"/>
                  <a:lumOff val="5000"/>
                </a:schemeClr>
              </a:solidFill>
            </a:rPr>
            <a:t>NuGet Registry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856213F1-DCA2-4FDD-947D-BE18DDA3354A}" type="parTrans" cxnId="{85E11E55-95E8-4895-9D73-F1CD08D36B4B}">
      <dgm:prSet/>
      <dgm:spPr/>
      <dgm:t>
        <a:bodyPr/>
        <a:lstStyle/>
        <a:p>
          <a:endParaRPr lang="en-US"/>
        </a:p>
      </dgm:t>
    </dgm:pt>
    <dgm:pt modelId="{8B2C9D17-6737-4F99-A252-2A8F13996CF1}" type="sibTrans" cxnId="{85E11E55-95E8-4895-9D73-F1CD08D36B4B}">
      <dgm:prSet/>
      <dgm:spPr/>
      <dgm:t>
        <a:bodyPr/>
        <a:lstStyle/>
        <a:p>
          <a:endParaRPr lang="en-US"/>
        </a:p>
      </dgm:t>
    </dgm:pt>
    <dgm:pt modelId="{2E050948-859A-46F8-B060-C54BB41501E3}">
      <dgm:prSet phldrT="[Text]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b="1" dirty="0">
              <a:solidFill>
                <a:schemeClr val="tx1">
                  <a:lumMod val="95000"/>
                  <a:lumOff val="5000"/>
                </a:schemeClr>
              </a:solidFill>
            </a:rPr>
            <a:t>Metrics / Logs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846DCFA8-8410-4140-B775-9A9C900BB704}" type="parTrans" cxnId="{B941E937-6F44-4052-A9C5-82365A83EBD3}">
      <dgm:prSet/>
      <dgm:spPr/>
      <dgm:t>
        <a:bodyPr/>
        <a:lstStyle/>
        <a:p>
          <a:endParaRPr lang="en-US"/>
        </a:p>
      </dgm:t>
    </dgm:pt>
    <dgm:pt modelId="{C7928E05-1C58-450C-A88C-24FDA5D4B6CE}" type="sibTrans" cxnId="{B941E937-6F44-4052-A9C5-82365A83EBD3}">
      <dgm:prSet/>
      <dgm:spPr/>
      <dgm:t>
        <a:bodyPr/>
        <a:lstStyle/>
        <a:p>
          <a:endParaRPr lang="en-US"/>
        </a:p>
      </dgm:t>
    </dgm:pt>
    <dgm:pt modelId="{080BB847-F93D-415D-8C33-38FE22945BD6}">
      <dgm:prSet/>
      <dgm:spPr>
        <a:solidFill>
          <a:srgbClr val="0070C0"/>
        </a:solidFill>
      </dgm:spPr>
      <dgm:t>
        <a:bodyPr/>
        <a:lstStyle/>
        <a:p>
          <a:r>
            <a:rPr lang="en-US" b="1" dirty="0">
              <a:solidFill>
                <a:schemeClr val="tx1">
                  <a:lumMod val="95000"/>
                  <a:lumOff val="5000"/>
                </a:schemeClr>
              </a:solidFill>
            </a:rPr>
            <a:t>Telemetry</a:t>
          </a:r>
        </a:p>
      </dgm:t>
    </dgm:pt>
    <dgm:pt modelId="{9D7625A4-85E3-4BB8-80D5-05609D782FAE}" type="parTrans" cxnId="{50BCECF3-9462-46F8-B0FE-ED653AB0DCA0}">
      <dgm:prSet/>
      <dgm:spPr/>
      <dgm:t>
        <a:bodyPr/>
        <a:lstStyle/>
        <a:p>
          <a:endParaRPr lang="en-US"/>
        </a:p>
      </dgm:t>
    </dgm:pt>
    <dgm:pt modelId="{0A9D5357-724C-4946-9751-71D9F3E3CA17}" type="sibTrans" cxnId="{50BCECF3-9462-46F8-B0FE-ED653AB0DCA0}">
      <dgm:prSet/>
      <dgm:spPr/>
      <dgm:t>
        <a:bodyPr/>
        <a:lstStyle/>
        <a:p>
          <a:endParaRPr lang="en-US"/>
        </a:p>
      </dgm:t>
    </dgm:pt>
    <dgm:pt modelId="{2FC51317-58F1-4D97-BD3D-4C6A7C802E8A}" type="pres">
      <dgm:prSet presAssocID="{E28B8303-7D25-4249-BFAD-E4B37E905BB7}" presName="cycle" presStyleCnt="0">
        <dgm:presLayoutVars>
          <dgm:dir/>
          <dgm:resizeHandles val="exact"/>
        </dgm:presLayoutVars>
      </dgm:prSet>
      <dgm:spPr/>
    </dgm:pt>
    <dgm:pt modelId="{B47C98AE-DD54-4564-87C6-270AF972F3DC}" type="pres">
      <dgm:prSet presAssocID="{C4D06522-CAF7-41A5-A2CF-6FC3707386F9}" presName="node" presStyleLbl="node1" presStyleIdx="0" presStyleCnt="5">
        <dgm:presLayoutVars>
          <dgm:bulletEnabled val="1"/>
        </dgm:presLayoutVars>
      </dgm:prSet>
      <dgm:spPr/>
    </dgm:pt>
    <dgm:pt modelId="{A19CD925-4D77-41B4-B378-891A8BB8769B}" type="pres">
      <dgm:prSet presAssocID="{C4D06522-CAF7-41A5-A2CF-6FC3707386F9}" presName="spNode" presStyleCnt="0"/>
      <dgm:spPr/>
    </dgm:pt>
    <dgm:pt modelId="{171B3B4A-D7F5-4B2E-AD9E-9376EDF95574}" type="pres">
      <dgm:prSet presAssocID="{859A4BF2-EA85-4FBB-8D20-8203B9A64CCD}" presName="sibTrans" presStyleLbl="sibTrans1D1" presStyleIdx="0" presStyleCnt="5"/>
      <dgm:spPr/>
    </dgm:pt>
    <dgm:pt modelId="{776565DF-D43B-4105-B2BC-FC9F481016BF}" type="pres">
      <dgm:prSet presAssocID="{D2E9B1D9-BC44-432D-81D1-4549D1F1C324}" presName="node" presStyleLbl="node1" presStyleIdx="1" presStyleCnt="5">
        <dgm:presLayoutVars>
          <dgm:bulletEnabled val="1"/>
        </dgm:presLayoutVars>
      </dgm:prSet>
      <dgm:spPr/>
    </dgm:pt>
    <dgm:pt modelId="{F4DE6596-8DFB-4FCD-B1E0-299B7511741D}" type="pres">
      <dgm:prSet presAssocID="{D2E9B1D9-BC44-432D-81D1-4549D1F1C324}" presName="spNode" presStyleCnt="0"/>
      <dgm:spPr/>
    </dgm:pt>
    <dgm:pt modelId="{5C9EFD43-B3E9-4CC1-BAF0-16D305C0F504}" type="pres">
      <dgm:prSet presAssocID="{8C439AAA-6596-4F2F-B15C-C7C2940CDB91}" presName="sibTrans" presStyleLbl="sibTrans1D1" presStyleIdx="1" presStyleCnt="5"/>
      <dgm:spPr/>
    </dgm:pt>
    <dgm:pt modelId="{7CECF9CA-E2B2-438B-8BC9-57824DCAA88B}" type="pres">
      <dgm:prSet presAssocID="{2F9BA2A1-4236-483B-A552-4266A078C40A}" presName="node" presStyleLbl="node1" presStyleIdx="2" presStyleCnt="5">
        <dgm:presLayoutVars>
          <dgm:bulletEnabled val="1"/>
        </dgm:presLayoutVars>
      </dgm:prSet>
      <dgm:spPr/>
    </dgm:pt>
    <dgm:pt modelId="{5ABF3A3A-91E9-41A8-844A-DBA1FA93EA22}" type="pres">
      <dgm:prSet presAssocID="{2F9BA2A1-4236-483B-A552-4266A078C40A}" presName="spNode" presStyleCnt="0"/>
      <dgm:spPr/>
    </dgm:pt>
    <dgm:pt modelId="{74B06A32-CCF5-4259-90F5-0C8D2FA7F4C2}" type="pres">
      <dgm:prSet presAssocID="{8B2C9D17-6737-4F99-A252-2A8F13996CF1}" presName="sibTrans" presStyleLbl="sibTrans1D1" presStyleIdx="2" presStyleCnt="5"/>
      <dgm:spPr/>
    </dgm:pt>
    <dgm:pt modelId="{423C3E3D-5798-4D6E-8CE0-FB0CB6101895}" type="pres">
      <dgm:prSet presAssocID="{080BB847-F93D-415D-8C33-38FE22945BD6}" presName="node" presStyleLbl="node1" presStyleIdx="3" presStyleCnt="5">
        <dgm:presLayoutVars>
          <dgm:bulletEnabled val="1"/>
        </dgm:presLayoutVars>
      </dgm:prSet>
      <dgm:spPr/>
    </dgm:pt>
    <dgm:pt modelId="{3EA4C648-811E-4E86-8898-AB449BAF900A}" type="pres">
      <dgm:prSet presAssocID="{080BB847-F93D-415D-8C33-38FE22945BD6}" presName="spNode" presStyleCnt="0"/>
      <dgm:spPr/>
    </dgm:pt>
    <dgm:pt modelId="{7D0086F0-E709-4CD4-A978-23AA7FC37CA2}" type="pres">
      <dgm:prSet presAssocID="{0A9D5357-724C-4946-9751-71D9F3E3CA17}" presName="sibTrans" presStyleLbl="sibTrans1D1" presStyleIdx="3" presStyleCnt="5"/>
      <dgm:spPr/>
    </dgm:pt>
    <dgm:pt modelId="{AF55F9A6-D549-481B-9371-B2ED2436751F}" type="pres">
      <dgm:prSet presAssocID="{2E050948-859A-46F8-B060-C54BB41501E3}" presName="node" presStyleLbl="node1" presStyleIdx="4" presStyleCnt="5">
        <dgm:presLayoutVars>
          <dgm:bulletEnabled val="1"/>
        </dgm:presLayoutVars>
      </dgm:prSet>
      <dgm:spPr/>
    </dgm:pt>
    <dgm:pt modelId="{9F70AFE8-E6B2-499E-BCB1-E9DBBA0DB8CD}" type="pres">
      <dgm:prSet presAssocID="{2E050948-859A-46F8-B060-C54BB41501E3}" presName="spNode" presStyleCnt="0"/>
      <dgm:spPr/>
    </dgm:pt>
    <dgm:pt modelId="{2482A93D-24C1-41B5-A2A2-BBF4C82F72BD}" type="pres">
      <dgm:prSet presAssocID="{C7928E05-1C58-450C-A88C-24FDA5D4B6CE}" presName="sibTrans" presStyleLbl="sibTrans1D1" presStyleIdx="4" presStyleCnt="5"/>
      <dgm:spPr/>
    </dgm:pt>
  </dgm:ptLst>
  <dgm:cxnLst>
    <dgm:cxn modelId="{56CD5A01-DB35-417C-A1B8-B5756B55FA06}" srcId="{E28B8303-7D25-4249-BFAD-E4B37E905BB7}" destId="{C4D06522-CAF7-41A5-A2CF-6FC3707386F9}" srcOrd="0" destOrd="0" parTransId="{7A228F13-A0F1-4512-9010-9CDC5F21CEB6}" sibTransId="{859A4BF2-EA85-4FBB-8D20-8203B9A64CCD}"/>
    <dgm:cxn modelId="{F8F32812-CF96-42B0-8B15-88C78C757FAB}" type="presOf" srcId="{0A9D5357-724C-4946-9751-71D9F3E3CA17}" destId="{7D0086F0-E709-4CD4-A978-23AA7FC37CA2}" srcOrd="0" destOrd="0" presId="urn:microsoft.com/office/officeart/2005/8/layout/cycle5"/>
    <dgm:cxn modelId="{43C20F24-D2F8-4026-9772-4D7A986F6B5D}" type="presOf" srcId="{080BB847-F93D-415D-8C33-38FE22945BD6}" destId="{423C3E3D-5798-4D6E-8CE0-FB0CB6101895}" srcOrd="0" destOrd="0" presId="urn:microsoft.com/office/officeart/2005/8/layout/cycle5"/>
    <dgm:cxn modelId="{B941E937-6F44-4052-A9C5-82365A83EBD3}" srcId="{E28B8303-7D25-4249-BFAD-E4B37E905BB7}" destId="{2E050948-859A-46F8-B060-C54BB41501E3}" srcOrd="4" destOrd="0" parTransId="{846DCFA8-8410-4140-B775-9A9C900BB704}" sibTransId="{C7928E05-1C58-450C-A88C-24FDA5D4B6CE}"/>
    <dgm:cxn modelId="{53684D63-D1C6-43BC-9E97-F8AEB9828B11}" type="presOf" srcId="{8B2C9D17-6737-4F99-A252-2A8F13996CF1}" destId="{74B06A32-CCF5-4259-90F5-0C8D2FA7F4C2}" srcOrd="0" destOrd="0" presId="urn:microsoft.com/office/officeart/2005/8/layout/cycle5"/>
    <dgm:cxn modelId="{29DA7452-8BB4-49DF-95E6-042C90CC418F}" type="presOf" srcId="{C7928E05-1C58-450C-A88C-24FDA5D4B6CE}" destId="{2482A93D-24C1-41B5-A2A2-BBF4C82F72BD}" srcOrd="0" destOrd="0" presId="urn:microsoft.com/office/officeart/2005/8/layout/cycle5"/>
    <dgm:cxn modelId="{914FD254-0FCA-42DB-B60E-F7D300B1A4CE}" type="presOf" srcId="{D2E9B1D9-BC44-432D-81D1-4549D1F1C324}" destId="{776565DF-D43B-4105-B2BC-FC9F481016BF}" srcOrd="0" destOrd="0" presId="urn:microsoft.com/office/officeart/2005/8/layout/cycle5"/>
    <dgm:cxn modelId="{85E11E55-95E8-4895-9D73-F1CD08D36B4B}" srcId="{E28B8303-7D25-4249-BFAD-E4B37E905BB7}" destId="{2F9BA2A1-4236-483B-A552-4266A078C40A}" srcOrd="2" destOrd="0" parTransId="{856213F1-DCA2-4FDD-947D-BE18DDA3354A}" sibTransId="{8B2C9D17-6737-4F99-A252-2A8F13996CF1}"/>
    <dgm:cxn modelId="{6D688295-EF03-45B0-B493-14F5129FEBD1}" type="presOf" srcId="{2F9BA2A1-4236-483B-A552-4266A078C40A}" destId="{7CECF9CA-E2B2-438B-8BC9-57824DCAA88B}" srcOrd="0" destOrd="0" presId="urn:microsoft.com/office/officeart/2005/8/layout/cycle5"/>
    <dgm:cxn modelId="{F507A196-578D-4754-932B-4492FF6567C3}" type="presOf" srcId="{8C439AAA-6596-4F2F-B15C-C7C2940CDB91}" destId="{5C9EFD43-B3E9-4CC1-BAF0-16D305C0F504}" srcOrd="0" destOrd="0" presId="urn:microsoft.com/office/officeart/2005/8/layout/cycle5"/>
    <dgm:cxn modelId="{8EF31FAE-BAAC-4424-9E5B-5C55F0F5E89B}" type="presOf" srcId="{C4D06522-CAF7-41A5-A2CF-6FC3707386F9}" destId="{B47C98AE-DD54-4564-87C6-270AF972F3DC}" srcOrd="0" destOrd="0" presId="urn:microsoft.com/office/officeart/2005/8/layout/cycle5"/>
    <dgm:cxn modelId="{9F09F3B7-1ADE-4366-B8BE-FDB09CBBF3C7}" srcId="{E28B8303-7D25-4249-BFAD-E4B37E905BB7}" destId="{D2E9B1D9-BC44-432D-81D1-4549D1F1C324}" srcOrd="1" destOrd="0" parTransId="{94219B3D-0299-490D-812C-67ED97556A3C}" sibTransId="{8C439AAA-6596-4F2F-B15C-C7C2940CDB91}"/>
    <dgm:cxn modelId="{30F5E4E3-7228-4D9C-B109-6F9854097914}" type="presOf" srcId="{E28B8303-7D25-4249-BFAD-E4B37E905BB7}" destId="{2FC51317-58F1-4D97-BD3D-4C6A7C802E8A}" srcOrd="0" destOrd="0" presId="urn:microsoft.com/office/officeart/2005/8/layout/cycle5"/>
    <dgm:cxn modelId="{50BCECF3-9462-46F8-B0FE-ED653AB0DCA0}" srcId="{E28B8303-7D25-4249-BFAD-E4B37E905BB7}" destId="{080BB847-F93D-415D-8C33-38FE22945BD6}" srcOrd="3" destOrd="0" parTransId="{9D7625A4-85E3-4BB8-80D5-05609D782FAE}" sibTransId="{0A9D5357-724C-4946-9751-71D9F3E3CA17}"/>
    <dgm:cxn modelId="{B85098F4-BD3A-495E-9748-BA78B58C7BDE}" type="presOf" srcId="{2E050948-859A-46F8-B060-C54BB41501E3}" destId="{AF55F9A6-D549-481B-9371-B2ED2436751F}" srcOrd="0" destOrd="0" presId="urn:microsoft.com/office/officeart/2005/8/layout/cycle5"/>
    <dgm:cxn modelId="{531E6AF5-54C6-4CA3-92A1-4F82D2C3DB1F}" type="presOf" srcId="{859A4BF2-EA85-4FBB-8D20-8203B9A64CCD}" destId="{171B3B4A-D7F5-4B2E-AD9E-9376EDF95574}" srcOrd="0" destOrd="0" presId="urn:microsoft.com/office/officeart/2005/8/layout/cycle5"/>
    <dgm:cxn modelId="{A249B776-E7DA-43B3-9D2A-7EE462D777DE}" type="presParOf" srcId="{2FC51317-58F1-4D97-BD3D-4C6A7C802E8A}" destId="{B47C98AE-DD54-4564-87C6-270AF972F3DC}" srcOrd="0" destOrd="0" presId="urn:microsoft.com/office/officeart/2005/8/layout/cycle5"/>
    <dgm:cxn modelId="{6E0496AB-73AB-430E-B125-4818C774AD65}" type="presParOf" srcId="{2FC51317-58F1-4D97-BD3D-4C6A7C802E8A}" destId="{A19CD925-4D77-41B4-B378-891A8BB8769B}" srcOrd="1" destOrd="0" presId="urn:microsoft.com/office/officeart/2005/8/layout/cycle5"/>
    <dgm:cxn modelId="{01D2F049-854E-4348-ABEB-A9C6D67B6E20}" type="presParOf" srcId="{2FC51317-58F1-4D97-BD3D-4C6A7C802E8A}" destId="{171B3B4A-D7F5-4B2E-AD9E-9376EDF95574}" srcOrd="2" destOrd="0" presId="urn:microsoft.com/office/officeart/2005/8/layout/cycle5"/>
    <dgm:cxn modelId="{5E6BF7B7-42BE-4379-A187-D778C2E06422}" type="presParOf" srcId="{2FC51317-58F1-4D97-BD3D-4C6A7C802E8A}" destId="{776565DF-D43B-4105-B2BC-FC9F481016BF}" srcOrd="3" destOrd="0" presId="urn:microsoft.com/office/officeart/2005/8/layout/cycle5"/>
    <dgm:cxn modelId="{4CF1192B-E2F5-4D43-949E-B1AA1D00FDF9}" type="presParOf" srcId="{2FC51317-58F1-4D97-BD3D-4C6A7C802E8A}" destId="{F4DE6596-8DFB-4FCD-B1E0-299B7511741D}" srcOrd="4" destOrd="0" presId="urn:microsoft.com/office/officeart/2005/8/layout/cycle5"/>
    <dgm:cxn modelId="{58FE0555-C449-4452-A13E-8235EABEFF89}" type="presParOf" srcId="{2FC51317-58F1-4D97-BD3D-4C6A7C802E8A}" destId="{5C9EFD43-B3E9-4CC1-BAF0-16D305C0F504}" srcOrd="5" destOrd="0" presId="urn:microsoft.com/office/officeart/2005/8/layout/cycle5"/>
    <dgm:cxn modelId="{7DC4A810-FCDB-4F46-966B-0528A3AE0419}" type="presParOf" srcId="{2FC51317-58F1-4D97-BD3D-4C6A7C802E8A}" destId="{7CECF9CA-E2B2-438B-8BC9-57824DCAA88B}" srcOrd="6" destOrd="0" presId="urn:microsoft.com/office/officeart/2005/8/layout/cycle5"/>
    <dgm:cxn modelId="{6EADC819-535C-4569-A3B2-C04CADC541C4}" type="presParOf" srcId="{2FC51317-58F1-4D97-BD3D-4C6A7C802E8A}" destId="{5ABF3A3A-91E9-41A8-844A-DBA1FA93EA22}" srcOrd="7" destOrd="0" presId="urn:microsoft.com/office/officeart/2005/8/layout/cycle5"/>
    <dgm:cxn modelId="{99505B22-F476-407D-B189-F6CC3E0A36AD}" type="presParOf" srcId="{2FC51317-58F1-4D97-BD3D-4C6A7C802E8A}" destId="{74B06A32-CCF5-4259-90F5-0C8D2FA7F4C2}" srcOrd="8" destOrd="0" presId="urn:microsoft.com/office/officeart/2005/8/layout/cycle5"/>
    <dgm:cxn modelId="{CEC06911-D218-4A22-835D-A6236114652F}" type="presParOf" srcId="{2FC51317-58F1-4D97-BD3D-4C6A7C802E8A}" destId="{423C3E3D-5798-4D6E-8CE0-FB0CB6101895}" srcOrd="9" destOrd="0" presId="urn:microsoft.com/office/officeart/2005/8/layout/cycle5"/>
    <dgm:cxn modelId="{8173F7BF-B84D-4704-B734-AB839C95A153}" type="presParOf" srcId="{2FC51317-58F1-4D97-BD3D-4C6A7C802E8A}" destId="{3EA4C648-811E-4E86-8898-AB449BAF900A}" srcOrd="10" destOrd="0" presId="urn:microsoft.com/office/officeart/2005/8/layout/cycle5"/>
    <dgm:cxn modelId="{69C9C230-2806-47B9-90B0-54257B444D11}" type="presParOf" srcId="{2FC51317-58F1-4D97-BD3D-4C6A7C802E8A}" destId="{7D0086F0-E709-4CD4-A978-23AA7FC37CA2}" srcOrd="11" destOrd="0" presId="urn:microsoft.com/office/officeart/2005/8/layout/cycle5"/>
    <dgm:cxn modelId="{88AC2918-54CE-41B8-A0F0-6709C510453D}" type="presParOf" srcId="{2FC51317-58F1-4D97-BD3D-4C6A7C802E8A}" destId="{AF55F9A6-D549-481B-9371-B2ED2436751F}" srcOrd="12" destOrd="0" presId="urn:microsoft.com/office/officeart/2005/8/layout/cycle5"/>
    <dgm:cxn modelId="{0A1063CD-E496-45A4-A79E-4F8359ECDC65}" type="presParOf" srcId="{2FC51317-58F1-4D97-BD3D-4C6A7C802E8A}" destId="{9F70AFE8-E6B2-499E-BCB1-E9DBBA0DB8CD}" srcOrd="13" destOrd="0" presId="urn:microsoft.com/office/officeart/2005/8/layout/cycle5"/>
    <dgm:cxn modelId="{7ACC90DC-199B-467E-B48A-5A94A9401567}" type="presParOf" srcId="{2FC51317-58F1-4D97-BD3D-4C6A7C802E8A}" destId="{2482A93D-24C1-41B5-A2A2-BBF4C82F72BD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535F2-FCF8-42D7-8390-CF9DAA45A9AD}">
      <dsp:nvSpPr>
        <dsp:cNvPr id="0" name=""/>
        <dsp:cNvSpPr/>
      </dsp:nvSpPr>
      <dsp:spPr>
        <a:xfrm>
          <a:off x="1143" y="653472"/>
          <a:ext cx="1766887" cy="7067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Fast Grid</a:t>
          </a:r>
          <a:r>
            <a:rPr lang="en-US" sz="2000" b="0" kern="1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 Control</a:t>
          </a:r>
        </a:p>
      </dsp:txBody>
      <dsp:txXfrm>
        <a:off x="354520" y="653472"/>
        <a:ext cx="1060133" cy="706754"/>
      </dsp:txXfrm>
    </dsp:sp>
    <dsp:sp modelId="{0F9BB1D7-C237-43E0-8998-09CFC850ED49}">
      <dsp:nvSpPr>
        <dsp:cNvPr id="0" name=""/>
        <dsp:cNvSpPr/>
      </dsp:nvSpPr>
      <dsp:spPr>
        <a:xfrm>
          <a:off x="1538335" y="713546"/>
          <a:ext cx="1466516" cy="586606"/>
        </a:xfrm>
        <a:prstGeom prst="chevron">
          <a:avLst/>
        </a:prstGeom>
        <a:solidFill>
          <a:srgbClr val="0070C0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Managers</a:t>
          </a:r>
          <a:endParaRPr lang="en-US" sz="1300" kern="1200" dirty="0"/>
        </a:p>
      </dsp:txBody>
      <dsp:txXfrm>
        <a:off x="1831638" y="713546"/>
        <a:ext cx="879910" cy="586606"/>
      </dsp:txXfrm>
    </dsp:sp>
    <dsp:sp modelId="{D8AACD6D-117C-431A-9943-4620A932F0D8}">
      <dsp:nvSpPr>
        <dsp:cNvPr id="0" name=""/>
        <dsp:cNvSpPr/>
      </dsp:nvSpPr>
      <dsp:spPr>
        <a:xfrm>
          <a:off x="2799539" y="713546"/>
          <a:ext cx="1466516" cy="586606"/>
        </a:xfrm>
        <a:prstGeom prst="chevron">
          <a:avLst/>
        </a:prstGeom>
        <a:solidFill>
          <a:srgbClr val="0070C0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Renderer</a:t>
          </a:r>
          <a:endParaRPr lang="en-US" sz="1300" kern="1200" dirty="0"/>
        </a:p>
      </dsp:txBody>
      <dsp:txXfrm>
        <a:off x="3092842" y="713546"/>
        <a:ext cx="879910" cy="586606"/>
      </dsp:txXfrm>
    </dsp:sp>
    <dsp:sp modelId="{362CC44A-2041-41C0-A2C3-734FE05F982B}">
      <dsp:nvSpPr>
        <dsp:cNvPr id="0" name=""/>
        <dsp:cNvSpPr/>
      </dsp:nvSpPr>
      <dsp:spPr>
        <a:xfrm>
          <a:off x="1143" y="1459172"/>
          <a:ext cx="1766887" cy="7067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Data / View</a:t>
          </a:r>
          <a:endParaRPr lang="en-US" sz="1800" kern="1200" dirty="0">
            <a:solidFill>
              <a:schemeClr val="tx1">
                <a:lumMod val="95000"/>
                <a:lumOff val="5000"/>
              </a:schemeClr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54520" y="1459172"/>
        <a:ext cx="1060133" cy="706754"/>
      </dsp:txXfrm>
    </dsp:sp>
    <dsp:sp modelId="{EAB5201D-0C1A-4AD5-83DA-AA814D4D71F2}">
      <dsp:nvSpPr>
        <dsp:cNvPr id="0" name=""/>
        <dsp:cNvSpPr/>
      </dsp:nvSpPr>
      <dsp:spPr>
        <a:xfrm>
          <a:off x="1538335" y="1519247"/>
          <a:ext cx="1466516" cy="586606"/>
        </a:xfrm>
        <a:prstGeom prst="chevron">
          <a:avLst/>
        </a:prstGeom>
        <a:solidFill>
          <a:srgbClr val="0070C0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Automation</a:t>
          </a:r>
          <a:endParaRPr lang="en-US" sz="1300" kern="1200" dirty="0"/>
        </a:p>
      </dsp:txBody>
      <dsp:txXfrm>
        <a:off x="1831638" y="1519247"/>
        <a:ext cx="879910" cy="586606"/>
      </dsp:txXfrm>
    </dsp:sp>
    <dsp:sp modelId="{EF0150B7-65DD-47D2-AC27-1259FCD9AF4C}">
      <dsp:nvSpPr>
        <dsp:cNvPr id="0" name=""/>
        <dsp:cNvSpPr/>
      </dsp:nvSpPr>
      <dsp:spPr>
        <a:xfrm>
          <a:off x="2799539" y="1519247"/>
          <a:ext cx="1466516" cy="586606"/>
        </a:xfrm>
        <a:prstGeom prst="chevron">
          <a:avLst/>
        </a:prstGeom>
        <a:solidFill>
          <a:srgbClr val="0070C0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SK Canvas</a:t>
          </a:r>
          <a:endParaRPr lang="en-US" sz="1300" kern="1200" dirty="0"/>
        </a:p>
      </dsp:txBody>
      <dsp:txXfrm>
        <a:off x="3092842" y="1519247"/>
        <a:ext cx="879910" cy="586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C98AE-DD54-4564-87C6-270AF972F3DC}">
      <dsp:nvSpPr>
        <dsp:cNvPr id="0" name=""/>
        <dsp:cNvSpPr/>
      </dsp:nvSpPr>
      <dsp:spPr>
        <a:xfrm>
          <a:off x="786593" y="352276"/>
          <a:ext cx="636612" cy="413797"/>
        </a:xfrm>
        <a:prstGeom prst="round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Git Repo</a:t>
          </a:r>
          <a:endParaRPr lang="en-US" sz="1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806793" y="372476"/>
        <a:ext cx="596212" cy="373397"/>
      </dsp:txXfrm>
    </dsp:sp>
    <dsp:sp modelId="{171B3B4A-D7F5-4B2E-AD9E-9376EDF95574}">
      <dsp:nvSpPr>
        <dsp:cNvPr id="0" name=""/>
        <dsp:cNvSpPr/>
      </dsp:nvSpPr>
      <dsp:spPr>
        <a:xfrm>
          <a:off x="278022" y="559175"/>
          <a:ext cx="1653755" cy="1653755"/>
        </a:xfrm>
        <a:custGeom>
          <a:avLst/>
          <a:gdLst/>
          <a:ahLst/>
          <a:cxnLst/>
          <a:rect l="0" t="0" r="0" b="0"/>
          <a:pathLst>
            <a:path>
              <a:moveTo>
                <a:pt x="1230505" y="105205"/>
              </a:moveTo>
              <a:arcTo wR="826877" hR="826877" stAng="17953086" swAng="1212094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565DF-D43B-4105-B2BC-FC9F481016BF}">
      <dsp:nvSpPr>
        <dsp:cNvPr id="0" name=""/>
        <dsp:cNvSpPr/>
      </dsp:nvSpPr>
      <dsp:spPr>
        <a:xfrm>
          <a:off x="1573001" y="923634"/>
          <a:ext cx="636612" cy="413797"/>
        </a:xfrm>
        <a:prstGeom prst="roundRect">
          <a:avLst/>
        </a:prstGeom>
        <a:solidFill>
          <a:srgbClr val="F8630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CI/CD</a:t>
          </a:r>
          <a:endParaRPr lang="en-US" sz="1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93201" y="943834"/>
        <a:ext cx="596212" cy="373397"/>
      </dsp:txXfrm>
    </dsp:sp>
    <dsp:sp modelId="{5C9EFD43-B3E9-4CC1-BAF0-16D305C0F504}">
      <dsp:nvSpPr>
        <dsp:cNvPr id="0" name=""/>
        <dsp:cNvSpPr/>
      </dsp:nvSpPr>
      <dsp:spPr>
        <a:xfrm>
          <a:off x="278022" y="559175"/>
          <a:ext cx="1653755" cy="1653755"/>
        </a:xfrm>
        <a:custGeom>
          <a:avLst/>
          <a:gdLst/>
          <a:ahLst/>
          <a:cxnLst/>
          <a:rect l="0" t="0" r="0" b="0"/>
          <a:pathLst>
            <a:path>
              <a:moveTo>
                <a:pt x="1651774" y="884073"/>
              </a:moveTo>
              <a:arcTo wR="826877" hR="826877" stAng="21837980" swAng="1360155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ECF9CA-E2B2-438B-8BC9-57824DCAA88B}">
      <dsp:nvSpPr>
        <dsp:cNvPr id="0" name=""/>
        <dsp:cNvSpPr/>
      </dsp:nvSpPr>
      <dsp:spPr>
        <a:xfrm>
          <a:off x="1272620" y="1848111"/>
          <a:ext cx="636612" cy="413797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NuGet Registry</a:t>
          </a:r>
          <a:endParaRPr lang="en-US" sz="1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292820" y="1868311"/>
        <a:ext cx="596212" cy="373397"/>
      </dsp:txXfrm>
    </dsp:sp>
    <dsp:sp modelId="{74B06A32-CCF5-4259-90F5-0C8D2FA7F4C2}">
      <dsp:nvSpPr>
        <dsp:cNvPr id="0" name=""/>
        <dsp:cNvSpPr/>
      </dsp:nvSpPr>
      <dsp:spPr>
        <a:xfrm>
          <a:off x="278022" y="559175"/>
          <a:ext cx="1653755" cy="1653755"/>
        </a:xfrm>
        <a:custGeom>
          <a:avLst/>
          <a:gdLst/>
          <a:ahLst/>
          <a:cxnLst/>
          <a:rect l="0" t="0" r="0" b="0"/>
          <a:pathLst>
            <a:path>
              <a:moveTo>
                <a:pt x="928424" y="1647496"/>
              </a:moveTo>
              <a:arcTo wR="826877" hR="826877" stAng="4976749" swAng="846502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C3E3D-5798-4D6E-8CE0-FB0CB6101895}">
      <dsp:nvSpPr>
        <dsp:cNvPr id="0" name=""/>
        <dsp:cNvSpPr/>
      </dsp:nvSpPr>
      <dsp:spPr>
        <a:xfrm>
          <a:off x="300567" y="1848111"/>
          <a:ext cx="636612" cy="413797"/>
        </a:xfrm>
        <a:prstGeom prst="round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Telemetry</a:t>
          </a:r>
        </a:p>
      </dsp:txBody>
      <dsp:txXfrm>
        <a:off x="320767" y="1868311"/>
        <a:ext cx="596212" cy="373397"/>
      </dsp:txXfrm>
    </dsp:sp>
    <dsp:sp modelId="{7D0086F0-E709-4CD4-A978-23AA7FC37CA2}">
      <dsp:nvSpPr>
        <dsp:cNvPr id="0" name=""/>
        <dsp:cNvSpPr/>
      </dsp:nvSpPr>
      <dsp:spPr>
        <a:xfrm>
          <a:off x="278022" y="559175"/>
          <a:ext cx="1653755" cy="1653755"/>
        </a:xfrm>
        <a:custGeom>
          <a:avLst/>
          <a:gdLst/>
          <a:ahLst/>
          <a:cxnLst/>
          <a:rect l="0" t="0" r="0" b="0"/>
          <a:pathLst>
            <a:path>
              <a:moveTo>
                <a:pt x="87751" y="1197578"/>
              </a:moveTo>
              <a:arcTo wR="826877" hR="826877" stAng="9201865" swAng="1360155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55F9A6-D549-481B-9371-B2ED2436751F}">
      <dsp:nvSpPr>
        <dsp:cNvPr id="0" name=""/>
        <dsp:cNvSpPr/>
      </dsp:nvSpPr>
      <dsp:spPr>
        <a:xfrm>
          <a:off x="186" y="923634"/>
          <a:ext cx="636612" cy="413797"/>
        </a:xfrm>
        <a:prstGeom prst="roundRect">
          <a:avLst/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Metrics / Logs</a:t>
          </a:r>
          <a:endParaRPr lang="en-US" sz="1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0386" y="943834"/>
        <a:ext cx="596212" cy="373397"/>
      </dsp:txXfrm>
    </dsp:sp>
    <dsp:sp modelId="{2482A93D-24C1-41B5-A2A2-BBF4C82F72BD}">
      <dsp:nvSpPr>
        <dsp:cNvPr id="0" name=""/>
        <dsp:cNvSpPr/>
      </dsp:nvSpPr>
      <dsp:spPr>
        <a:xfrm>
          <a:off x="278022" y="559175"/>
          <a:ext cx="1653755" cy="1653755"/>
        </a:xfrm>
        <a:custGeom>
          <a:avLst/>
          <a:gdLst/>
          <a:ahLst/>
          <a:cxnLst/>
          <a:rect l="0" t="0" r="0" b="0"/>
          <a:pathLst>
            <a:path>
              <a:moveTo>
                <a:pt x="198868" y="288982"/>
              </a:moveTo>
              <a:arcTo wR="826877" hR="826877" stAng="13234821" swAng="1212094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16272-617E-4DAF-98A7-1E249FC6E62B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306E6-DC10-44A3-83DD-EDA3C03FF5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3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en-US"/>
              <a:t>CS-FYP    Hamdard University 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Name Here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616952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48400" y="6400800"/>
            <a:ext cx="2514600" cy="304800"/>
          </a:xfrm>
          <a:solidFill>
            <a:srgbClr val="008000"/>
          </a:solidFill>
        </p:spPr>
        <p:txBody>
          <a:bodyPr/>
          <a:lstStyle>
            <a:lvl1pPr algn="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CS-FYP    Hamdard University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1" y="6400800"/>
            <a:ext cx="5410200" cy="288925"/>
          </a:xfrm>
          <a:solidFill>
            <a:srgbClr val="F86308"/>
          </a:solidFill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Name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9524"/>
            <a:ext cx="533400" cy="244476"/>
          </a:xfrm>
          <a:solidFill>
            <a:srgbClr val="008000"/>
          </a:solidFill>
        </p:spPr>
        <p:txBody>
          <a:bodyPr>
            <a:noAutofit/>
          </a:bodyPr>
          <a:lstStyle>
            <a:lvl1pPr>
              <a:defRPr sz="1800" b="1"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buClr>
                <a:srgbClr val="008000"/>
              </a:buClr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81000"/>
            <a:ext cx="732241" cy="638664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609600" y="1295400"/>
            <a:ext cx="8534400" cy="228600"/>
          </a:xfrm>
          <a:prstGeom prst="rect">
            <a:avLst/>
          </a:prstGeom>
          <a:solidFill>
            <a:srgbClr val="F86308"/>
          </a:solidFill>
          <a:ln>
            <a:solidFill>
              <a:srgbClr val="F86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599" y="2743200"/>
            <a:ext cx="6742113" cy="1676400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rgbClr val="00800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rgbClr val="F86308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solidFill>
            <a:srgbClr val="008000"/>
          </a:solidFill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CS-FYP    Hamdard University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solidFill>
            <a:srgbClr val="F86308"/>
          </a:solidFill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Project Name Here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3899346"/>
            <a:ext cx="1295400" cy="112985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3"/>
          <p:cNvSpPr txBox="1">
            <a:spLocks/>
          </p:cNvSpPr>
          <p:nvPr userDrawn="1"/>
        </p:nvSpPr>
        <p:spPr>
          <a:xfrm>
            <a:off x="609600" y="6400606"/>
            <a:ext cx="5421083" cy="365125"/>
          </a:xfrm>
          <a:prstGeom prst="rect">
            <a:avLst/>
          </a:prstGeom>
          <a:solidFill>
            <a:srgbClr val="F86308"/>
          </a:solidFill>
        </p:spPr>
        <p:txBody>
          <a:bodyPr vert="horz" anchor="ctr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Project name here</a:t>
            </a:r>
            <a:endParaRPr lang="en-US" dirty="0"/>
          </a:p>
        </p:txBody>
      </p:sp>
      <p:sp>
        <p:nvSpPr>
          <p:cNvPr id="15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416675"/>
            <a:ext cx="2667000" cy="365125"/>
          </a:xfrm>
          <a:solidFill>
            <a:srgbClr val="008000"/>
          </a:solidFill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CS-FYP    Hamdard University 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/>
              <a:t>CS-FYP    Hamdard University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Project Name Here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CS-FYP    Hamdard University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Name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CS-FYP    Hamdard University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Name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CS-FYP    Hamdard University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en-US"/>
              <a:t>CS-FYP    Hamdard University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/>
              <a:t>Project Name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CS-FYP    Hamdard University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en-US"/>
              <a:t>CS-FYP    Hamdard University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/>
              <a:t>Project Name Here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CS-FYP    Hamdard University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Project Name Here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EBC64C3-3FC7-4C40-910B-2643F037F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C64C3-3FC7-4C40-910B-2643F037F02C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436" y="2133600"/>
            <a:ext cx="6339563" cy="23201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04436" y="1066800"/>
            <a:ext cx="6339563" cy="10668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 err="1"/>
              <a:t>FastGrid</a:t>
            </a:r>
            <a:endParaRPr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019800"/>
            <a:ext cx="5465618" cy="830997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Department of Information Technology, FEST</a:t>
            </a:r>
          </a:p>
          <a:p>
            <a:pPr algn="ctr"/>
            <a:r>
              <a:rPr lang="en-US" sz="2800" dirty="0" err="1">
                <a:solidFill>
                  <a:schemeClr val="bg1"/>
                </a:solidFill>
              </a:rPr>
              <a:t>Hamdard</a:t>
            </a:r>
            <a:r>
              <a:rPr lang="en-US" sz="2800" baseline="0" dirty="0">
                <a:solidFill>
                  <a:schemeClr val="bg1"/>
                </a:solidFill>
              </a:rPr>
              <a:t> University 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27" y="2438400"/>
            <a:ext cx="1572567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4118" y="4756295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800" b="0" dirty="0">
                <a:latin typeface="Calibri" panose="020F0502020204030204" pitchFamily="34" charset="0"/>
                <a:cs typeface="Calibri" panose="020F0502020204030204" pitchFamily="34" charset="0"/>
              </a:rPr>
              <a:t>Bilal Ahmed Siddiqui</a:t>
            </a:r>
            <a:endParaRPr lang="en-US"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Muhammad Taha Khan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Muhammad Usman Afzal</a:t>
            </a:r>
            <a:endParaRPr sz="1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Isosceles Triangle 9"/>
          <p:cNvSpPr/>
          <p:nvPr/>
        </p:nvSpPr>
        <p:spPr>
          <a:xfrm flipV="1">
            <a:off x="2209800" y="1066800"/>
            <a:ext cx="1143000" cy="10668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2424622" cy="523220"/>
          </a:xfrm>
          <a:prstGeom prst="rect">
            <a:avLst/>
          </a:prstGeom>
          <a:solidFill>
            <a:srgbClr val="F8630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FYP-I</a:t>
            </a:r>
          </a:p>
        </p:txBody>
      </p:sp>
      <p:sp>
        <p:nvSpPr>
          <p:cNvPr id="12" name="Isosceles Triangle 11"/>
          <p:cNvSpPr/>
          <p:nvPr/>
        </p:nvSpPr>
        <p:spPr>
          <a:xfrm flipV="1">
            <a:off x="4894118" y="6020076"/>
            <a:ext cx="1143000" cy="83792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2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FastGrid —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high-performance, reusable grid library for WPF applications.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immediate-mode rendering instead of creating a UI element for every cell.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Target: smooth interaction with large datasets, including 100,000 rows.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FYP-I focus: analysis, architecture/design, cloud/DevOps design, and proof-of-concept.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   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3066281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WPF DataGrid can degrade when datasets become large or update frequently.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Traditional element-per-cell rendering creates substantial layout, measure, and visual-tree overhead.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The result can be high frame times, scrolling lag, and poor responsiveness.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FastGrid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addresses the rendering bottleneck through immediate-mode drawing.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  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35355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Performance: achieve sub-5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baseline frame time for the target workload.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Scalability: support interactive navigation of datasets up to 100,000 rows.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Features: provide essential grid interactions such as scrolling, selection, and column/row presentation.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Reusability: package the solution as a reusable NuGet library.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Quality &amp; Cloud Ops: automate build/test/package workflows and collect performance telemetry.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71812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FYP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In scope: WPF grid control,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renderer, data/view abstraction, grid managers, metrics, tests, packaging.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In scope: CI/CD pipeline, package registry/distribution, and telemetry design.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Proof-of-concept: live scrolling and performance measurement with a 100k-row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Out of scope for FYP-I: complete production-grade feature parity with commercial grids.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338196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Our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1. Analyze WPF DataGrid rendering and identify performance bottlenecks.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2. Design a layered architecture separating control, data, managers, rendering, and automation.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3. Implement a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immediate-mode rendering prototype.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4. Benchmark frame time and validate behavior using large datasets.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5. Integrate CI/CD, package distribution, and telemetry for operational readiness.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112337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Our Project Plan — 16 Meetings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Meetings 1–3: problem analysis, literature review, requirements.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Meetings 4–6: architecture, data flow, renderer and manager design.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Meetings 7–10: proof-of-concept implementation and performance testing.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Meetings 11–13: features, quality checks, packaging and CI/CD.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Meetings 14–16: telemetry, final validation, documentation and defense preparation.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65665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Budget / 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Development tools: primarily open-source / student-available tooling.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: open-source graphics library.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Cloud resources: use low-cost/free-tier resources where available for CI/CD, registry, and telemetry proof-of-concept.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Expected FYP-I cost: minimal; exact cloud cost depends on selected services and usage.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8831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FYP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FastGrid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WPF proof-of-concept library.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-based immediate-mode grid renderer.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Data/view and grid-management components.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Performance metrics such as baseline frame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Automated CI/CD workflow and package distribution design.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FYP-I documentation, architecture, test evidence, and demo.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9CF80D84-4E42-8495-2E07-02E06D4FD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193165"/>
              </p:ext>
            </p:extLst>
          </p:nvPr>
        </p:nvGraphicFramePr>
        <p:xfrm>
          <a:off x="2555748" y="3652935"/>
          <a:ext cx="42672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84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746B-B4A6-E89C-36B2-20B6EDE0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FD4D-ACE7-E8F6-E92A-286923D6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Literature Review &amp;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305D-5E62-5373-4521-A4FD15AB09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Native WPF DataGrid: mature and integrated, but can incur visual-tree overhead at scale.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Commercial grids such as DevExpress and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Syncfusion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: feature-rich and optimized, but proprietary/licensed.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Custom immediate-mode drawing: high control over rendering and performance, but requires more engineering.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FastGrid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niche: a reusable WPF/NuGet component focused on lightweight, high-performance rendering plus cloud-native delivery.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01A31-C183-093C-402D-3E47B8C3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048C3-45FC-8545-5485-22C70A93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D9EF8D-D92F-1154-92DF-D4D3DD92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91EDAC2A-F52F-A59E-F296-0434B1E91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281628"/>
              </p:ext>
            </p:extLst>
          </p:nvPr>
        </p:nvGraphicFramePr>
        <p:xfrm>
          <a:off x="3467100" y="3937000"/>
          <a:ext cx="2209800" cy="264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35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A080-706B-B16C-9816-C409A197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6E37-E162-A6F6-9392-FA6F0FE0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Demo of 30% of Work — 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20ACB-2834-3551-8A1B-8A5F331FC8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Load a dataset containing 100,000 rows.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Scroll continuously to demonstrate responsive rendering.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GridMetrics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and the baseline frame-time measurement.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Target: keep baseline frame time below 5 </a:t>
            </a: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under the defined benchmark workload.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Compare behavior conceptually with element-per-cell rendering.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A100B-5FE0-B5E1-9315-388C53DC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26E0C-2E10-FA6A-C966-65FE8C0F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1943BA5-9CB1-34E9-15AD-A632B45F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1371402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References / Key Technical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WPF DataGrid documentation and rendering model.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SkiaSharp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 documentation and graphics/rendering concepts.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NuGet package management and .NET library distribution.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CI/CD practices for automated build, test, package, and release workflows.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Performance engineering: frame-time measurement and large-dataset benchmarking.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000" b="0"/>
              <a:t>FastGrid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9EBC64C3-3FC7-4C40-910B-2643F037F0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 Hamdard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850711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96</TotalTime>
  <Words>755</Words>
  <Application>Microsoft Office PowerPoint</Application>
  <PresentationFormat>On-screen Show (4:3)</PresentationFormat>
  <Paragraphs>114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Median</vt:lpstr>
      <vt:lpstr>PowerPoint Presentation</vt:lpstr>
      <vt:lpstr>FastGrid — Project Summary</vt:lpstr>
      <vt:lpstr>Problem Statement</vt:lpstr>
      <vt:lpstr>Objectives</vt:lpstr>
      <vt:lpstr>FYP Scope</vt:lpstr>
      <vt:lpstr>Our Methodology</vt:lpstr>
      <vt:lpstr>Our Project Plan — 16 Meetings</vt:lpstr>
      <vt:lpstr>Budget / Costing</vt:lpstr>
      <vt:lpstr>FYP Deliverables</vt:lpstr>
      <vt:lpstr>Literature Review &amp; Alternatives</vt:lpstr>
      <vt:lpstr>Demo of 30% of Work — Proof of Concept</vt:lpstr>
      <vt:lpstr>References / Key Technical Basis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Asad Ur Rehman</dc:creator>
  <cp:lastModifiedBy>Bilal Ahmed Siddiqui</cp:lastModifiedBy>
  <cp:revision>50</cp:revision>
  <dcterms:created xsi:type="dcterms:W3CDTF">2015-09-23T05:32:20Z</dcterms:created>
  <dcterms:modified xsi:type="dcterms:W3CDTF">2026-09-11T14:12:20Z</dcterms:modified>
</cp:coreProperties>
</file>